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宏基因组（metage_megahit）分析主干流程</a:t>
            </a:r>
          </a:p>
        </p:txBody>
      </p:sp>
      <p:pic>
        <p:nvPicPr>
          <p:cNvPr id="4" name="Picture 3" descr="宏基因组分析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234440"/>
            <a:ext cx="10789920" cy="163461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颜色说明：绿色=输入/中间数据，橙色=质控，粉色=组装，蓝色=基因预测/比对定量，紫色=注释，青色=专项数据库，黄色=统计/差异分析，靛色=结果输出，灰色=可选步骤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各阶段核心任务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1. 上游质控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1887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数据验证 → 质控去宿主（Trimmomatic + Bowtie2）→ Clean 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7088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2. 组装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4708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MEGAHIT 组装 → Contigs；可选 MAG 分箱（MetaBAT2/MaxBin2/CONCOCT）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05456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3. 基因预测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05456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Prodigal 预测 CDS → CD-HIT 去冗余 → 非冗余基因集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63824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4. 比对定量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63824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BWA MEM 比对 → 基因丰度矩阵（count / TPM）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2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5. 注释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8221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物种注释（DIAMOND+MEGAN）+ 功能注释（eggNOG-mapper）→ 综合注释矩阵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6. 专项数据库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4805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VFDB、ARGs、CycDB、mobileOGs、BacMet2、QS 六大数据库注释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7. 统计与差异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1389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tax_base / func_base 基础统计 → tax_diff / func_diff 差异分析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97296"/>
            <a:ext cx="2377440" cy="594360"/>
          </a:xfrm>
          <a:prstGeom prst="roundRect">
            <a:avLst/>
          </a:prstGeom>
          <a:solidFill>
            <a:srgbClr val="E8EAF6"/>
          </a:solidFill>
          <a:ln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8. 结果输出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797296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结果汇总 → PDF/Word 报告 + JSON 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